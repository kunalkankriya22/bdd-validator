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74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24D1B-2BD7-1961-F533-8A5788F59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A4655-ACD4-517D-9ED3-8863ECB12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7284A-2171-9553-02F8-A6EC59036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6826A-8651-4D4D-B203-8C82BE31C34D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90277-BB09-8924-F32E-6381DDD20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DC0D-1AD9-48D9-9BA8-98E2D5FA6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B915-23A8-405C-A5B1-AEC991DC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61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CAE1A-E81B-29EF-036D-6E2639FC8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0B0D7-B366-A7CC-2529-716FF7318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97163-9ED8-8D8E-FBDB-8DC3F21E7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6826A-8651-4D4D-B203-8C82BE31C34D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6CEAD-53EB-4713-C80C-C108C2CAC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AC3F-4DE8-5DE3-3D00-FF2AA684D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B915-23A8-405C-A5B1-AEC991DC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263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AA321-A5BB-D571-E8C9-62F009056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49DFE-157F-28A5-D07B-E5F52B6E7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050C3-9D9D-C0AC-7820-2CD344203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6826A-8651-4D4D-B203-8C82BE31C34D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CD8DC-7E41-D94F-53AF-615720FC9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1CFF2-1572-26F3-9E6C-EFECABE0C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B915-23A8-405C-A5B1-AEC991DC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98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80732-01A4-7740-DE67-2BBB5B2BB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FC60B-C13F-1ED0-5E82-ECF1D7100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29FC9-FC01-5797-286E-FDF350B2B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1F7FD-BE96-7B82-CF11-15D92955C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6826A-8651-4D4D-B203-8C82BE31C34D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7B7C8-0039-16AB-5689-8DAAD3E9E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A2A26-0009-6726-313E-68421CA61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B915-23A8-405C-A5B1-AEC991DC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70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62517-4919-144D-AE32-82261072B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E5CE8-44CE-B232-1D1E-D6AF19D83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14C05-56A4-7579-ADFC-E93D51147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618EE0-F603-9C12-E99E-DF8C08BDD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13466F-A380-E848-A001-1116B64730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20B439-BF64-790D-2F12-C16D80761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6826A-8651-4D4D-B203-8C82BE31C34D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E01AEC-633D-1361-1057-275974DA1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8C7D1C-D9C8-A7F7-75BC-0D77197E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B915-23A8-405C-A5B1-AEC991DC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5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AC592-62DB-5615-19BE-9DFCA0941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69ACA-5FC1-E004-3945-47A4E282F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6826A-8651-4D4D-B203-8C82BE31C34D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556B7-DAFE-B4F0-7038-B7ED28230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DED1D4-F9D3-0EB3-07A2-F3C31B0B2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B915-23A8-405C-A5B1-AEC991DC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83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D199FE-8016-6F04-C029-10B10BAA0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6826A-8651-4D4D-B203-8C82BE31C34D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8A8CDE-F795-E553-4817-94F2D485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FC3DB-BEC2-A8C4-2BFD-8EF947F0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B915-23A8-405C-A5B1-AEC991DC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0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A4781-9D6E-8539-3B37-27C35DEF2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448BA-9E62-3C2D-3B07-0518E9A3B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C80A2-2E77-B149-FC40-C471EE077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E1B5D-8676-B19B-F27D-2E9A7036A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6826A-8651-4D4D-B203-8C82BE31C34D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B22A2-6EE6-0B3C-3E19-4D368C89F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40FDD-DEFE-C08F-D995-286D789B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B915-23A8-405C-A5B1-AEC991DC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4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3AF8A-A0E8-19E1-B5B9-0F57436D6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A15C87-5D75-EA3B-3ABC-BC24154C3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EEA9D0-848F-05E6-4B2B-4F4036ACF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FD9F5-0183-14B7-9243-4B5047AD6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6826A-8651-4D4D-B203-8C82BE31C34D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1F27C-FDDC-BE37-E29E-F12AE689A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C3354-1F97-EB99-2D58-71EFE37EF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B915-23A8-405C-A5B1-AEC991DC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15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962EF-E1DE-6AAC-B572-3BD919FA4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8D4BA-3CFC-55E7-D056-32E8D8688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1340D-367D-0E3E-5B97-D6994784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6826A-8651-4D4D-B203-8C82BE31C34D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A61AE-32BE-CF38-7C94-6B1A3300D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09906-45E3-46BC-4A88-09065021A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B915-23A8-405C-A5B1-AEC991DC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1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0E5225-0117-43F0-1CF4-5FAA34AD0F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FB9EE-DCFE-6A15-FD67-C2FCDF7FC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7A5A4-E064-4987-0E9F-F1990E7F6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6826A-8651-4D4D-B203-8C82BE31C34D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A3CE9-4558-3072-C278-D4CF9CB9C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85453-5DF2-ABD4-DDF2-0C3E6783F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FB915-23A8-405C-A5B1-AEC991DC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58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DE4E98-A3AB-7531-1D27-A7645B144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D3F6B-FC65-6022-1DEB-28B230BC7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AB3C8-81EB-53CF-B577-909FA85514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6826A-8651-4D4D-B203-8C82BE31C34D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C6E08-1C82-4DD0-81B5-89095A939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3BB58-17D8-9C49-AB46-F2322B088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FB915-23A8-405C-A5B1-AEC991DC4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6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25ED6-F93C-03FE-59F3-89C53AF9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&amp; Compliance Icons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A886B-195A-D44C-1476-B91039338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1538" y="1825625"/>
            <a:ext cx="9302262" cy="4645514"/>
          </a:xfrm>
        </p:spPr>
        <p:txBody>
          <a:bodyPr>
            <a:normAutofit/>
          </a:bodyPr>
          <a:lstStyle/>
          <a:p>
            <a:r>
              <a:rPr lang="en-US" dirty="0"/>
              <a:t>Launch Quality &amp; Compliance</a:t>
            </a:r>
          </a:p>
          <a:p>
            <a:endParaRPr lang="en-US" dirty="0"/>
          </a:p>
          <a:p>
            <a:r>
              <a:rPr lang="en-US" dirty="0"/>
              <a:t>Documents</a:t>
            </a:r>
          </a:p>
          <a:p>
            <a:endParaRPr lang="en-US" dirty="0"/>
          </a:p>
          <a:p>
            <a:r>
              <a:rPr lang="en-US" dirty="0"/>
              <a:t>Quality Management</a:t>
            </a:r>
          </a:p>
          <a:p>
            <a:endParaRPr lang="en-US" dirty="0"/>
          </a:p>
          <a:p>
            <a:r>
              <a:rPr lang="en-US" dirty="0"/>
              <a:t>Tasks &amp; Assignments</a:t>
            </a:r>
          </a:p>
          <a:p>
            <a:endParaRPr lang="en-US" dirty="0"/>
          </a:p>
          <a:p>
            <a:r>
              <a:rPr lang="en-US" dirty="0"/>
              <a:t>Equipment Management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9DD3E17A-EEB6-A600-7E42-535429B97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505" y="1529416"/>
            <a:ext cx="1050085" cy="10500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189058-63EC-A1BE-7111-1CF472B33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44" y="3637944"/>
            <a:ext cx="853514" cy="853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6E79F4-A7CA-C80C-830B-159BED19D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549958"/>
            <a:ext cx="1048603" cy="10546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B4FDB1-C861-E0F5-6BF9-361A4A706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094" y="4501615"/>
            <a:ext cx="1060796" cy="10668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717B36-0E2D-6A5D-833B-1AB692EB91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952" y="5534427"/>
            <a:ext cx="847417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074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Quality &amp; Compliance Icons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&amp; Compliance Icons</dc:title>
  <dc:creator>Doug Norvell</dc:creator>
  <cp:lastModifiedBy>Doug Norvell</cp:lastModifiedBy>
  <cp:revision>1</cp:revision>
  <dcterms:created xsi:type="dcterms:W3CDTF">2023-12-12T21:08:05Z</dcterms:created>
  <dcterms:modified xsi:type="dcterms:W3CDTF">2023-12-12T21:21:42Z</dcterms:modified>
</cp:coreProperties>
</file>